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8" r:id="rId5"/>
    <p:sldId id="257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2ABCA-6BCF-48BF-A2D8-118A72AA0AF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5D2B-BFB0-4D7A-A7F2-24995D5B00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2ABCA-6BCF-48BF-A2D8-118A72AA0AF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5D2B-BFB0-4D7A-A7F2-24995D5B00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2ABCA-6BCF-48BF-A2D8-118A72AA0AF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5D2B-BFB0-4D7A-A7F2-24995D5B00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2ABCA-6BCF-48BF-A2D8-118A72AA0AF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5D2B-BFB0-4D7A-A7F2-24995D5B00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2ABCA-6BCF-48BF-A2D8-118A72AA0AF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5D2B-BFB0-4D7A-A7F2-24995D5B00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2ABCA-6BCF-48BF-A2D8-118A72AA0AF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5D2B-BFB0-4D7A-A7F2-24995D5B00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2ABCA-6BCF-48BF-A2D8-118A72AA0AF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5D2B-BFB0-4D7A-A7F2-24995D5B00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2ABCA-6BCF-48BF-A2D8-118A72AA0AF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5D2B-BFB0-4D7A-A7F2-24995D5B00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2ABCA-6BCF-48BF-A2D8-118A72AA0AF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5D2B-BFB0-4D7A-A7F2-24995D5B00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2ABCA-6BCF-48BF-A2D8-118A72AA0AF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5D2B-BFB0-4D7A-A7F2-24995D5B00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2ABCA-6BCF-48BF-A2D8-118A72AA0AF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95D2B-BFB0-4D7A-A7F2-24995D5B00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2ABCA-6BCF-48BF-A2D8-118A72AA0AFA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95D2B-BFB0-4D7A-A7F2-24995D5B00A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340768"/>
            <a:ext cx="7757195" cy="54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052736"/>
            <a:ext cx="8061102" cy="2317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2060848"/>
            <a:ext cx="6560865" cy="2358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9925" y="1908175"/>
            <a:ext cx="7804150" cy="304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692696"/>
            <a:ext cx="7529513" cy="2614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836712"/>
            <a:ext cx="7200627" cy="2483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84784"/>
            <a:ext cx="8397212" cy="3860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4488" y="1012825"/>
            <a:ext cx="5913437" cy="483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2060848"/>
            <a:ext cx="7410301" cy="173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484784"/>
            <a:ext cx="7927752" cy="3754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683568" y="2492896"/>
            <a:ext cx="1944216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83568" y="4149080"/>
            <a:ext cx="1944216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0" y="1111250"/>
            <a:ext cx="8191500" cy="463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12776"/>
            <a:ext cx="7195989" cy="2266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On-screen Show (4:3)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nrsakthivel@gmail.com</dc:creator>
  <cp:lastModifiedBy>nrsakthivel@gmail.com</cp:lastModifiedBy>
  <cp:revision>2</cp:revision>
  <dcterms:created xsi:type="dcterms:W3CDTF">2025-11-11T04:47:57Z</dcterms:created>
  <dcterms:modified xsi:type="dcterms:W3CDTF">2025-11-11T04:58:42Z</dcterms:modified>
</cp:coreProperties>
</file>